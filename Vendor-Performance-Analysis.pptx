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chibsted Grotesk"/>
      <p:regular r:id="rId201314"/>
    </p:embeddedFont>
    <p:embeddedFont>
      <p:font typeface="Schibsted Grotesk Medium"/>
      <p:regular r:id="rId201315"/>
    </p:embeddedFont>
    <p:embeddedFont>
      <p:font typeface="Schibsted Grotesk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57225"/>
            <a:ext cx="126898" cy="126901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266825"/>
            <a:ext cx="1097252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Vendor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Performance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Analysis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585" y="6059884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From raw transactions to vendor-level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577902"/>
            <a:ext cx="3301917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31.6 million records became one vendor-level 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701183"/>
            <a:ext cx="39115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Four raw CSV files, one connected analysis layer.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16295" y="2408138"/>
            <a:ext cx="7365816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200" spc="-276" kern="0" dirty="0">
                <a:solidFill>
                  <a:srgbClr val="2F6FE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31.6M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4216295" y="3903663"/>
            <a:ext cx="772140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records across purchase pricing, purchases, vendor invoices, and sales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16295" y="4327525"/>
            <a:ext cx="2430699" cy="31651"/>
          </a:xfrm>
          <a:prstGeom prst="roundRect">
            <a:avLst>
              <a:gd name="adj" fmla="val 49998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4216295" y="4506913"/>
            <a:ext cx="711182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Goal: connect vendor performance to purchasing, profitability, inventory, and cost decisions.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089249"/>
            <a:ext cx="3505112" cy="233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The workflow moved from raw transactions to business decisions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419489" y="1219200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19489" y="1433513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7" name="Text 5"/>
          <p:cNvSpPr/>
          <p:nvPr/>
        </p:nvSpPr>
        <p:spPr>
          <a:xfrm>
            <a:off x="4419489" y="1558925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19489" y="2000250"/>
            <a:ext cx="342891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Load the large CSV files into a database through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ingestion_db.py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and monitor the process with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ingestion_db.log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3196" y="1219200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53196" y="1433513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11" name="Text 9"/>
          <p:cNvSpPr/>
          <p:nvPr/>
        </p:nvSpPr>
        <p:spPr>
          <a:xfrm>
            <a:off x="8153196" y="1558925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53196" y="2000250"/>
            <a:ext cx="34289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Aggregate transaction-level data with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get_vendor_summary.py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and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get_vendor_summary.log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19489" y="3409950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9489" y="3624263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15" name="Text 13"/>
          <p:cNvSpPr/>
          <p:nvPr/>
        </p:nvSpPr>
        <p:spPr>
          <a:xfrm>
            <a:off x="4419489" y="3749675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Analyze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19489" y="4191000"/>
            <a:ext cx="342891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Analyze vendor performance and explore patterns in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vendor_performance_analysis.ipynb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and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exploratory_analysis.ipynb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53196" y="3409950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3196" y="3624263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19" name="Text 17"/>
          <p:cNvSpPr/>
          <p:nvPr/>
        </p:nvSpPr>
        <p:spPr>
          <a:xfrm>
            <a:off x="8153196" y="3749675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Decide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53196" y="4191000"/>
            <a:ext cx="34289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Translate the results into SQL, Python, and Power BI outputs.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717304"/>
            <a:ext cx="3301917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The database made millions of rows usable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373265"/>
            <a:ext cx="330191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source files were large; the analysis became queryable.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6295" y="1219200"/>
            <a:ext cx="7111822" cy="3430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16295" y="4751288"/>
            <a:ext cx="711182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database made it easier to store data systematically, query specific information, aggregate transaction-level data, and work at vendor level.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577902"/>
            <a:ext cx="3301917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10,692 vendor records created a practical analysis layer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701183"/>
            <a:ext cx="391150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summary size is not the raw dataset size.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16295" y="1219200"/>
            <a:ext cx="203194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68" kern="0" dirty="0">
                <a:solidFill>
                  <a:srgbClr val="2F6FE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10,692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16295" y="2184400"/>
            <a:ext cx="264153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vendor-level records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835" y="1219200"/>
            <a:ext cx="497827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Compact business 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3835" y="1711920"/>
            <a:ext cx="4978275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150"/>
              </a:spcAft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Total sales · total purchases · gross profit · profit margin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Freight cost · stock turnover · sales-to-purchase ratio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16295" y="2642195"/>
            <a:ext cx="772140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Large transaction tables became a compact set of metrics for vendor analysis.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19689" y="1219200"/>
            <a:ext cx="12700" cy="1194395"/>
          </a:xfrm>
          <a:prstGeom prst="rect">
            <a:avLst/>
          </a:prstGeom>
          <a:solidFill>
            <a:srgbClr val="D7D7D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483644"/>
            <a:ext cx="3301917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Supplier concentration creates a real dependency risk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606925"/>
            <a:ext cx="330191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concentrated supplier base increases exposure to vendor unavailability or pricing changes.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16295" y="2448719"/>
            <a:ext cx="7365816" cy="1320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400" spc="-312" kern="0" dirty="0">
                <a:solidFill>
                  <a:srgbClr val="2F6FE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65.69%</a:t>
            </a:r>
            <a:endParaRPr lang="en-US" sz="10400" dirty="0"/>
          </a:p>
        </p:txBody>
      </p:sp>
      <p:sp>
        <p:nvSpPr>
          <p:cNvPr id="7" name="Text 5"/>
          <p:cNvSpPr/>
          <p:nvPr/>
        </p:nvSpPr>
        <p:spPr>
          <a:xfrm>
            <a:off x="4216295" y="4139307"/>
            <a:ext cx="772140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of total purchases came from the top 10 vendors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16295" y="4563170"/>
            <a:ext cx="2430699" cy="31651"/>
          </a:xfrm>
          <a:prstGeom prst="roundRect">
            <a:avLst>
              <a:gd name="adj" fmla="val 49998"/>
            </a:avLst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4216295" y="4742557"/>
            <a:ext cx="772140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7181A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Decision implication: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maintain alternative suppliers for critical products.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07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483644"/>
            <a:ext cx="3301917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Inventory and purchasing decisions are tied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606925"/>
            <a:ext cx="330191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F6FE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$2.71M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of unsold inventory indicates capital tied up in slow-moving products.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6295" y="1219200"/>
            <a:ext cx="7111822" cy="31763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16295" y="4497189"/>
            <a:ext cx="711182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Large orders delivered approximately 72% lower unit cost than small orders, but should be reserved for products with predictable demand.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08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717304"/>
            <a:ext cx="3301917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Margin alone can misread vendor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4373265"/>
            <a:ext cx="330191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Higher margin did not necessarily mean stronger overall contribution.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6295" y="1219200"/>
            <a:ext cx="7111822" cy="31128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16295" y="4560689"/>
            <a:ext cx="711182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Evaluate vendors across sales, profit, margin, purchase contribution, inventory, and costs.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09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799159"/>
            <a:ext cx="2793930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Turn the analysis into five operating moves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65496" y="827088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55713" y="787400"/>
            <a:ext cx="74073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Reduce vendor dependency with qualified alternatives for important products.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65496" y="1973858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55713" y="1934170"/>
            <a:ext cx="740738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Improve inventory planning by isolating slow-moving products and avoiding excess purchases where demand is uncertain.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5496" y="3377803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5713" y="3338116"/>
            <a:ext cx="74073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 bulk purchasing selectively where demand is predictable.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5496" y="4524573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5713" y="4484886"/>
            <a:ext cx="740738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Activate high-margin, low-sales products through better marketing, distribution, or pricing.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5496" y="5928618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5713" y="5888930"/>
            <a:ext cx="74073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Keep vendor reviews multi-metric rather than margin-only.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5496" y="1750020"/>
            <a:ext cx="7797605" cy="12700"/>
          </a:xfrm>
          <a:prstGeom prst="rect">
            <a:avLst/>
          </a:prstGeom>
          <a:solidFill>
            <a:srgbClr val="D9E0EA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5496" y="3153966"/>
            <a:ext cx="7797605" cy="12700"/>
          </a:xfrm>
          <a:prstGeom prst="rect">
            <a:avLst/>
          </a:prstGeom>
          <a:solidFill>
            <a:srgbClr val="D9E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5496" y="4300736"/>
            <a:ext cx="7797605" cy="12700"/>
          </a:xfrm>
          <a:prstGeom prst="rect">
            <a:avLst/>
          </a:prstGeom>
          <a:solidFill>
            <a:srgbClr val="D9E0EA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5496" y="5704780"/>
            <a:ext cx="7797605" cy="12700"/>
          </a:xfrm>
          <a:prstGeom prst="rect">
            <a:avLst/>
          </a:prstGeom>
          <a:solidFill>
            <a:srgbClr val="D9E0E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91417" y="208161"/>
            <a:ext cx="80027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84" kern="0" dirty="0">
                <a:solidFill>
                  <a:srgbClr val="66686D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10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2191695" cy="9525"/>
          </a:xfrm>
          <a:prstGeom prst="rect">
            <a:avLst/>
          </a:prstGeom>
          <a:solidFill>
            <a:srgbClr val="17181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19200"/>
            <a:ext cx="3200320" cy="186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200" spc="-32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Build the next decision from the same chain of evidence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3342481"/>
            <a:ext cx="3200320" cy="754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value of the project is not only the calculations; it is the connection between data, purchasing, inventory, vendor management, and profitability.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19489" y="1219200"/>
            <a:ext cx="7111822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Raw CSV data → database → data ingestion → vendor summary → SQL/Python analysis → exploratory analysis → business insights → Power BI dashboard.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19489" y="1824831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9489" y="2039144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9" name="Text 7"/>
          <p:cNvSpPr/>
          <p:nvPr/>
        </p:nvSpPr>
        <p:spPr>
          <a:xfrm>
            <a:off x="4419489" y="2151856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Source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19489" y="2593181"/>
            <a:ext cx="403849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Raw CSV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53196" y="1824831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3196" y="2039144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13" name="Text 11"/>
          <p:cNvSpPr/>
          <p:nvPr/>
        </p:nvSpPr>
        <p:spPr>
          <a:xfrm>
            <a:off x="8153196" y="2151856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3196" y="2593181"/>
            <a:ext cx="403849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Database → data ingestion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19489" y="3174206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19489" y="3388519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17" name="Text 15"/>
          <p:cNvSpPr/>
          <p:nvPr/>
        </p:nvSpPr>
        <p:spPr>
          <a:xfrm>
            <a:off x="4419489" y="3501231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Summarize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19489" y="3942556"/>
            <a:ext cx="34289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Vendor summary → SQL/Python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53196" y="3174206"/>
            <a:ext cx="809307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spc="88" kern="0" dirty="0">
                <a:solidFill>
                  <a:srgbClr val="17181A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53196" y="3388519"/>
            <a:ext cx="3428914" cy="12601"/>
          </a:xfrm>
          <a:prstGeom prst="rect">
            <a:avLst/>
          </a:prstGeom>
          <a:solidFill>
            <a:srgbClr val="D7D7D4"/>
          </a:solidFill>
          <a:ln/>
        </p:spPr>
      </p:sp>
      <p:sp>
        <p:nvSpPr>
          <p:cNvPr id="21" name="Text 19"/>
          <p:cNvSpPr/>
          <p:nvPr/>
        </p:nvSpPr>
        <p:spPr>
          <a:xfrm>
            <a:off x="8153196" y="3501231"/>
            <a:ext cx="34289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66686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Decide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53196" y="3942556"/>
            <a:ext cx="34289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7181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Exploratory analysis → business insights → Power BI dashboard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2026-09-16T05:41:51Z</dcterms:created>
  <dcterms:modified xsi:type="dcterms:W3CDTF">2026-09-16T05:41:51Z</dcterms:modified>
</cp:coreProperties>
</file>